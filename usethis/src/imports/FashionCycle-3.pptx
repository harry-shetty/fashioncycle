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Dela Gothic One" panose="020B0604020202020204" charset="-128"/>
      <p:regular r:id="rId13"/>
    </p:embeddedFon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DM Sans Bold" pitchFamily="2" charset="0"/>
      <p:regular r:id="rId18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E8D4B-443D-41C1-9DC6-85B29CFCA00D}" v="37" dt="2026-09-03T06:20:40.2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C8247F-371E-48B6-BE16-7C4ADF214AA6}" type="datetimeFigureOut">
              <a:t>02-09-2026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54662-6BCF-4506-8CD7-D63FCA93934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75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2222996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FashionCycle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3087688"/>
            <a:ext cx="696557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AI-Powered Circular Fashion &amp; Clothing Lifecycle Platform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203794" y="3579713"/>
            <a:ext cx="4094655" cy="274241"/>
          </a:xfrm>
          <a:prstGeom prst="roundRect">
            <a:avLst>
              <a:gd name="adj" fmla="val 22121"/>
            </a:avLst>
          </a:prstGeom>
          <a:solidFill>
            <a:srgbClr val="460707"/>
          </a:solidFill>
          <a:ln/>
        </p:spPr>
      </p:sp>
      <p:sp>
        <p:nvSpPr>
          <p:cNvPr id="6" name="Text 3"/>
          <p:cNvSpPr/>
          <p:nvPr/>
        </p:nvSpPr>
        <p:spPr>
          <a:xfrm>
            <a:off x="5312039" y="3633788"/>
            <a:ext cx="448775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SDG 12 – RESPONSIBLE CONSUMPTION AND PRODUCTION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203794" y="4057055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endParaRPr lang="en-US" sz="1400" dirty="0">
              <a:solidFill>
                <a:srgbClr val="FFE5E5"/>
              </a:solidFill>
              <a:latin typeface="DM Sa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751EBD-A3B8-95B0-1ED3-0BA9300F2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1238" y="6321552"/>
            <a:ext cx="1269172" cy="536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509786"/>
            <a:ext cx="6355993" cy="1002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Problem with Fast Fashion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203794" y="1704876"/>
            <a:ext cx="6355993" cy="449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dominant </a:t>
            </a:r>
            <a:r>
              <a:rPr lang="en-US" sz="11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Buy → Use → Discard</a:t>
            </a: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model generates massive textile waste. Users lack tools to choose the best next step for unwanted clothing.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3794" y="2298700"/>
            <a:ext cx="6355993" cy="8949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51339" y="2470051"/>
            <a:ext cx="5937101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Reusable Clothing Discarded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451339" y="2797671"/>
            <a:ext cx="5937101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discarded garments could be resold, repaired, or donated.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3794" y="3322141"/>
            <a:ext cx="6355993" cy="11195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51339" y="3493492"/>
            <a:ext cx="5937101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 Intelligent Guidance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451339" y="3821113"/>
            <a:ext cx="5937101" cy="449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single platform helps users decide between selling, donating, repairing, exchanging, or recycling.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3794" y="4570214"/>
            <a:ext cx="6355993" cy="89495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51339" y="4741565"/>
            <a:ext cx="5937101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Fragmented Solutions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451339" y="5069185"/>
            <a:ext cx="5937101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Existing platforms address only one lifecycle stage, not the full circular journey.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5432289" y="5754291"/>
            <a:ext cx="6127497" cy="449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"How can technology help users choose the most sustainable next step for unwanted clothing?"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5203794" y="5609729"/>
            <a:ext cx="19050" cy="738386"/>
          </a:xfrm>
          <a:prstGeom prst="roundRect">
            <a:avLst>
              <a:gd name="adj" fmla="val 49999"/>
            </a:avLst>
          </a:prstGeom>
          <a:solidFill>
            <a:srgbClr val="C91313"/>
          </a:solidFill>
          <a:ln/>
        </p:spPr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64721A9-029D-5893-1A8A-AE20B58E71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1238" y="6321552"/>
            <a:ext cx="1269172" cy="5364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28538"/>
            <a:ext cx="10927878" cy="49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Introducing FashionCycle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31908" y="1267916"/>
            <a:ext cx="10927878" cy="437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upload a photo or details of an unwanted garment. FashionCycle's </a:t>
            </a:r>
            <a:r>
              <a:rPr lang="en-US" sz="11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Circular Decision Engine</a:t>
            </a: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analyzes it and recommends the best next action — Sell, Donate, Exchange, Repair, or Recycle.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844278"/>
            <a:ext cx="747495" cy="897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3126" y="1993702"/>
            <a:ext cx="10056660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Upload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503126" y="2313781"/>
            <a:ext cx="10056660" cy="218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 image &amp; details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08" y="2741315"/>
            <a:ext cx="747495" cy="8970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3126" y="2890738"/>
            <a:ext cx="10056660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AI Analysis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503126" y="3210818"/>
            <a:ext cx="10056660" cy="218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Condition, material &amp; value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08" y="3638352"/>
            <a:ext cx="747495" cy="89703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3126" y="3787775"/>
            <a:ext cx="10056660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Circular Decision Engine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503126" y="4107855"/>
            <a:ext cx="10056660" cy="218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Circularity Score &amp; ranking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908" y="4535388"/>
            <a:ext cx="747495" cy="89703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3126" y="4684812"/>
            <a:ext cx="10056660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Best Action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503126" y="5004891"/>
            <a:ext cx="10056660" cy="218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Sell, Donate, Exchange, Repair, or Recycle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908" y="5432425"/>
            <a:ext cx="747495" cy="89703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03126" y="5581848"/>
            <a:ext cx="10056660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Complete &amp; Track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1503126" y="5901928"/>
            <a:ext cx="10056660" cy="218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Execute action &amp; log impact</a:t>
            </a:r>
            <a:endParaRPr lang="en-US" sz="11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DBDB1D6-22F4-23E3-5198-990D293CE6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1238" y="6321552"/>
            <a:ext cx="1269172" cy="5364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6334"/>
            <a:ext cx="10927878" cy="51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31908" y="1293217"/>
            <a:ext cx="349043" cy="34905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3947" y="1314648"/>
            <a:ext cx="244965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14199" y="1346498"/>
            <a:ext cx="10445588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Reduce Textile Waste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4199" y="1681659"/>
            <a:ext cx="10445588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reuse and responsible disposal of unwanted garments.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1908" y="2179042"/>
            <a:ext cx="349043" cy="34905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947" y="2200473"/>
            <a:ext cx="244965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14199" y="2232323"/>
            <a:ext cx="10445588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AI-Powered Analysis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4199" y="2567484"/>
            <a:ext cx="10445588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clothing characteristics, condition, and estimated value.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1908" y="3064867"/>
            <a:ext cx="349043" cy="34905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947" y="3086298"/>
            <a:ext cx="244965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114199" y="3118148"/>
            <a:ext cx="10445588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Smart Action Recommendation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4199" y="3453309"/>
            <a:ext cx="10445588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 the most suitable circular action per garment.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1908" y="3950692"/>
            <a:ext cx="349043" cy="34905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47" y="3972123"/>
            <a:ext cx="244965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114199" y="4003973"/>
            <a:ext cx="10445588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Integrated Circular Platform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4199" y="4339134"/>
            <a:ext cx="10445588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Unified system for selling, donating, exchanging, repairing, and recycling.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1908" y="4836517"/>
            <a:ext cx="349043" cy="34905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47" y="4857948"/>
            <a:ext cx="244965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114199" y="4889798"/>
            <a:ext cx="10445588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Lifecycle &amp; Impact Tracking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4199" y="5224959"/>
            <a:ext cx="10445588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garment journeys and quantify sustainability impact.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1908" y="5722342"/>
            <a:ext cx="349043" cy="34905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47" y="5743773"/>
            <a:ext cx="244965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6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114199" y="5775623"/>
            <a:ext cx="10445588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Encourage Sustainable Behavior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4199" y="6110784"/>
            <a:ext cx="10445588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Drive eco-conscious habits through EcoPoints, scores, and analytics.</a:t>
            </a:r>
            <a:endParaRPr lang="en-US" sz="12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7BA2403-45A2-E9A2-5B91-7319CE2AC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238" y="6321552"/>
            <a:ext cx="1269172" cy="5364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5222"/>
            <a:ext cx="10927878" cy="36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How FashionCycle Works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31908" y="1001117"/>
            <a:ext cx="11537463" cy="14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seamless end-to-end journey from upload to impact — powered by AI at every stage.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218109"/>
            <a:ext cx="10927878" cy="49175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78055" y="1460770"/>
            <a:ext cx="1912344" cy="311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Upload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2278055" y="1855956"/>
            <a:ext cx="1912344" cy="380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uploads image and item details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69384" y="5054057"/>
            <a:ext cx="1922851" cy="311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AI Analysis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4169384" y="5449243"/>
            <a:ext cx="1922851" cy="570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Assess condition, material, category, value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39699" y="1268512"/>
            <a:ext cx="1912344" cy="6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Circular Engine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039699" y="1974823"/>
            <a:ext cx="1912344" cy="380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 Circularity Score for actions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31028" y="4898412"/>
            <a:ext cx="1912344" cy="6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Recommendation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7931028" y="5604723"/>
            <a:ext cx="1912344" cy="570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Suggest Sell, Donate, Repair, Exchange, Recycle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31908" y="6211094"/>
            <a:ext cx="11537463" cy="14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stage is designed to minimize user effort while maximizing the sustainability and economic value of every garment decision.</a:t>
            </a:r>
            <a:endParaRPr lang="en-US" sz="8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545AA34-44FD-95DC-992F-F7A7D2DBF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1238" y="6321552"/>
            <a:ext cx="1269172" cy="5364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3436"/>
            <a:ext cx="10927878" cy="51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AI &amp; Circular Decision Engine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31908" y="1354634"/>
            <a:ext cx="5271261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engine analyzes each garment across multiple dimensions and computes a </a:t>
            </a: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Circularity Score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every possible action.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1908" y="1952823"/>
            <a:ext cx="5271261" cy="1377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 category, color &amp; brand recognition</a:t>
            </a:r>
            <a:endParaRPr lang="en-US" sz="1200" dirty="0"/>
          </a:p>
          <a:p>
            <a:pPr marL="243840" indent="-24384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Visible condition assessment</a:t>
            </a:r>
            <a:endParaRPr lang="en-US" sz="1200" dirty="0"/>
          </a:p>
          <a:p>
            <a:pPr marL="243840" indent="-24384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Material detection (where visible)</a:t>
            </a:r>
            <a:endParaRPr lang="en-US" sz="1200" dirty="0"/>
          </a:p>
          <a:p>
            <a:pPr marL="243840" indent="-24384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Estimated resale value</a:t>
            </a:r>
            <a:endParaRPr lang="en-US" sz="1200" dirty="0"/>
          </a:p>
          <a:p>
            <a:pPr marL="243840" indent="-24384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Repairability &amp; reuse potential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31908" y="3486249"/>
            <a:ext cx="5271261" cy="1038423"/>
          </a:xfrm>
          <a:prstGeom prst="roundRect">
            <a:avLst>
              <a:gd name="adj" fmla="val 6390"/>
            </a:avLst>
          </a:prstGeom>
          <a:solidFill>
            <a:srgbClr val="740B0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61" y="3697188"/>
            <a:ext cx="197440" cy="1579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5253" y="3650059"/>
            <a:ext cx="4599964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Example Output — Black Denim Jacket:</a:t>
            </a: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Condition: Good · Resale: ₹800 · Repairability: High · Reuse: High → </a:t>
            </a:r>
            <a:r>
              <a:rPr lang="en-US" sz="12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Best Action: Repair → Reuse (91/100)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94875" y="1368524"/>
            <a:ext cx="5271261" cy="519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Action Score Comparison </a:t>
            </a:r>
            <a:r>
              <a:rPr lang="en-US" sz="1600" i="1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(Example Output)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875" y="2043509"/>
            <a:ext cx="5271261" cy="37943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94875" y="5993309"/>
            <a:ext cx="5880846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Values shown are example outputs for demonstration purposes.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081013-730C-2EC8-12D4-E30460F909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1238" y="6321552"/>
            <a:ext cx="1269172" cy="5364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90848"/>
            <a:ext cx="10927878" cy="584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Features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1525290"/>
            <a:ext cx="355393" cy="355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2099370"/>
            <a:ext cx="5354603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AI Clothing Recognition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1908" y="2496542"/>
            <a:ext cx="5354603" cy="56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Identifies category, brand, color, and condition from uploaded images.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5184" y="1525290"/>
            <a:ext cx="355393" cy="3554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05184" y="2099370"/>
            <a:ext cx="5354603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Resale Price Estimation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205184" y="2496542"/>
            <a:ext cx="5354603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Predicts market value to guide sell vs. donate decisions.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3410545"/>
            <a:ext cx="355393" cy="3554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1908" y="3984625"/>
            <a:ext cx="5354603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Circular Action Engine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31908" y="4381798"/>
            <a:ext cx="5354603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Ranks all five actions and recommends the optimal next step.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5184" y="3410545"/>
            <a:ext cx="355393" cy="35540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05184" y="3984625"/>
            <a:ext cx="5354603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Integrated Marketplace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205184" y="4381798"/>
            <a:ext cx="5354603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Sell, donate, or exchange clothing within a single platform.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908" y="5013722"/>
            <a:ext cx="355393" cy="35540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31908" y="5587802"/>
            <a:ext cx="5354603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AI Repair Guidance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631908" y="5984974"/>
            <a:ext cx="5354603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Recommends repairs and connects users to local repair services.</a:t>
            </a:r>
            <a:endParaRPr lang="en-US" sz="13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5184" y="5013722"/>
            <a:ext cx="355393" cy="35540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05184" y="5587802"/>
            <a:ext cx="5354603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Sustainability Dashboard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6205184" y="5984974"/>
            <a:ext cx="5354603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Tracks garment lifecycle, EcoPoints, and environmental impact.</a:t>
            </a:r>
            <a:endParaRPr lang="en-US" sz="13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7C3101C-4FF9-6C37-FE17-49EB75B113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11238" y="6321552"/>
            <a:ext cx="1269172" cy="536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2245"/>
            <a:ext cx="10927878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System Architecture &amp; Technology Stack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951409"/>
            <a:ext cx="5346963" cy="53470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9173" y="3112294"/>
            <a:ext cx="5346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Architecture Highlights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19173" y="3320951"/>
            <a:ext cx="5346963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Frontend:</a:t>
            </a: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React + Tailwind CSS — responsive, modern UI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Backend:</a:t>
            </a: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Node.js + Express.js — RESTful APIs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Database:</a:t>
            </a: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MongoDB — flexible document storage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AI/ML:</a:t>
            </a: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Python + FastAPI — computer vision &amp; ML models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External:</a:t>
            </a: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Maps, Location &amp; AI APIs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19173" y="4025205"/>
            <a:ext cx="5956548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subsystems: Authentication, Image Storage, Recommendation Engine, and Analytics.</a:t>
            </a:r>
            <a:endParaRPr lang="en-US" sz="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A15F04-1D33-1BB0-FF5B-0EACED424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1238" y="6321552"/>
            <a:ext cx="1269172" cy="5364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435596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User &amp; Admin Modules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01836" y="2300288"/>
            <a:ext cx="5503824" cy="3122017"/>
          </a:xfrm>
          <a:prstGeom prst="roundRect">
            <a:avLst>
              <a:gd name="adj" fmla="val 4164"/>
            </a:avLst>
          </a:prstGeom>
          <a:solidFill>
            <a:srgbClr val="C91313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2310" y="2480766"/>
            <a:ext cx="5142875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User Module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82310" y="2958108"/>
            <a:ext cx="5142875" cy="2401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Register, login &amp; profile management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Upload clothing for AI analysis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View recommended circular action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Sell, donate, or exchange clothing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Request repair &amp; find recycling options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lifecycle &amp; sustainability score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Earn EcoPoints &amp; rewards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22457" y="2480766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Admin Module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22457" y="2958108"/>
            <a:ext cx="5243679" cy="2401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&amp; account management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 listing moderation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Donation &amp; exchange oversight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Reported content management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 analytics dashboard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Sustainability statistics &amp; reports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 &amp; transaction insights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48206D-DDFA-4BEA-9B55-122543043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238" y="6321552"/>
            <a:ext cx="1269172" cy="5364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550763"/>
            <a:ext cx="6355993" cy="5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Example User Journey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203794" y="1345505"/>
            <a:ext cx="6355993" cy="52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user uploads an old denim jacket. FashionCycle identifies it, assesses condition, and recommends the best circular action.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03794" y="2048669"/>
            <a:ext cx="3098623" cy="1790204"/>
          </a:xfrm>
          <a:prstGeom prst="roundRect">
            <a:avLst>
              <a:gd name="adj" fmla="val 3971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79407" y="2224286"/>
            <a:ext cx="2747398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AI Analysis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379407" y="2597845"/>
            <a:ext cx="2747398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Denim Jacket · Condition: 7.5/10 · Resale: ₹800–₹1,000 · Repairability: High · Reuse: High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61064" y="2048669"/>
            <a:ext cx="3098722" cy="1790204"/>
          </a:xfrm>
          <a:prstGeom prst="roundRect">
            <a:avLst>
              <a:gd name="adj" fmla="val 3971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36677" y="2224286"/>
            <a:ext cx="2747497" cy="5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Best Action: Repair → Reuse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636677" y="2876252"/>
            <a:ext cx="2747497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Repair cost: ₹100–₹200 · Extended life: 1–2 years · Circularity Score: </a:t>
            </a:r>
            <a:r>
              <a:rPr lang="en-US" sz="13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91/100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03794" y="3997523"/>
            <a:ext cx="6355993" cy="1249462"/>
          </a:xfrm>
          <a:prstGeom prst="roundRect">
            <a:avLst>
              <a:gd name="adj" fmla="val 569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79407" y="4173141"/>
            <a:ext cx="6004767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Impact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379407" y="4546699"/>
            <a:ext cx="6004767" cy="52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Prevents premature disposal and extends the garment's useful life — one decision at a time.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57688" y="5603974"/>
            <a:ext cx="6102098" cy="52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"FashionCycle transforms unwanted clothing from waste into its next useful life."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203794" y="5425480"/>
            <a:ext cx="19050" cy="881658"/>
          </a:xfrm>
          <a:prstGeom prst="roundRect">
            <a:avLst>
              <a:gd name="adj" fmla="val 49999"/>
            </a:avLst>
          </a:prstGeom>
          <a:solidFill>
            <a:srgbClr val="C91313"/>
          </a:solidFill>
          <a:ln/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245F5C3-D829-C1E5-7C03-88651B3D7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1238" y="6321552"/>
            <a:ext cx="1269172" cy="536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18</cp:revision>
  <dcterms:created xsi:type="dcterms:W3CDTF">2026-09-03T06:13:35Z</dcterms:created>
  <dcterms:modified xsi:type="dcterms:W3CDTF">2026-09-03T06:20:47Z</dcterms:modified>
</cp:coreProperties>
</file>